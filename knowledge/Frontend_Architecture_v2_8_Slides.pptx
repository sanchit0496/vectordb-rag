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Developer Knowledge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Frontend Architecture &amp; Best Practices</a:t>
            </a:r>
            <a:br/>
            <a:r>
              <a:t>React &amp; Angular</a:t>
            </a:r>
            <a:br/>
            <a:br/>
            <a:r>
              <a:t>Internal Engineering Standard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Developer Knowledge Portal is a centralized platform for engineering documentation.</a:t>
            </a:r>
            <a:br/>
            <a:br/>
            <a:r>
              <a:t>Goals:</a:t>
            </a:r>
            <a:br/>
            <a:r>
              <a:t>• Standardize frontend architecture</a:t>
            </a:r>
            <a:br/>
            <a:r>
              <a:t>• Provide a consistent developer experience</a:t>
            </a:r>
            <a:br/>
            <a:r>
              <a:t>• Share APIs across React, Angular and React Native</a:t>
            </a:r>
            <a:br/>
            <a:r>
              <a:t>• Reduce duplicate business logic</a:t>
            </a:r>
            <a:br/>
            <a:r>
              <a:t>• Enable maintainable enterprise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Core Principles:</a:t>
            </a:r>
            <a:br/>
            <a:r>
              <a:t>• Component-driven UI</a:t>
            </a:r>
            <a:br/>
            <a:r>
              <a:t>• Reusable custom hooks</a:t>
            </a:r>
            <a:br/>
            <a:r>
              <a:t>• Separation of presentation and data fetching</a:t>
            </a:r>
            <a:br/>
            <a:r>
              <a:t>• API access through a single abstraction layer</a:t>
            </a:r>
            <a:br/>
            <a:r>
              <a:t>• Predictable state management</a:t>
            </a:r>
            <a:br/>
            <a:r>
              <a:t>• Centralized error handling</a:t>
            </a:r>
            <a:br/>
            <a:r>
              <a:t>• Consistent loading and retry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Standardized Data Fetching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Enterprise Rule:</a:t>
            </a:r>
            <a:br/>
            <a:br/>
            <a:r>
              <a:t>All frontend components fetching framework data MUST use the custom 'useFrameworkData' hook and implement a 300ms debounce to prevent API spam.</a:t>
            </a:r>
            <a:br/>
            <a:br/>
            <a:r>
              <a:t>Direct fetch() calls inside UI components are prohibited.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selects framework</a:t>
            </a:r>
            <a:br/>
            <a:r>
              <a:t>        ↓</a:t>
            </a:r>
            <a:br/>
            <a:r>
              <a:t>FrameworkUI Component</a:t>
            </a:r>
            <a:br/>
            <a:r>
              <a:t>        ↓</a:t>
            </a:r>
            <a:br/>
            <a:r>
              <a:t>useFrameworkData()</a:t>
            </a:r>
            <a:br/>
            <a:r>
              <a:t>        ↓</a:t>
            </a:r>
            <a:br/>
            <a:r>
              <a:t>300ms Debounce</a:t>
            </a:r>
            <a:br/>
            <a:r>
              <a:t>        ↓</a:t>
            </a:r>
            <a:br/>
            <a:r>
              <a:t>GET /api/v1/frameworks/{name}</a:t>
            </a:r>
            <a:br/>
            <a:r>
              <a:t>        ↓</a:t>
            </a:r>
            <a:br/>
            <a:r>
              <a:t>Node.js Backend</a:t>
            </a:r>
            <a:br/>
            <a:r>
              <a:t>        ↓</a:t>
            </a:r>
            <a:br/>
            <a:r>
              <a:t>Redis Cache</a:t>
            </a:r>
            <a:br/>
            <a:r>
              <a:t>        ↓</a:t>
            </a:r>
            <a:br/>
            <a:r>
              <a:t>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API Endpoint:</a:t>
            </a:r>
            <a:br/>
            <a:r>
              <a:t>GET /api/v1/frameworks/{name}</a:t>
            </a:r>
            <a:br/>
            <a:br/>
            <a:r>
              <a:t>Supported frameworks:</a:t>
            </a:r>
            <a:br/>
            <a:r>
              <a:t>• React</a:t>
            </a:r>
            <a:br/>
            <a:r>
              <a:t>• Angular</a:t>
            </a:r>
            <a:br/>
            <a:r>
              <a:t>• Vue</a:t>
            </a:r>
            <a:br/>
            <a:r>
              <a:t>• Python</a:t>
            </a:r>
            <a:br/>
            <a:r>
              <a:t>• Java</a:t>
            </a:r>
            <a:br/>
            <a:r>
              <a:t>• C</a:t>
            </a:r>
            <a:br/>
            <a:r>
              <a:t>• C++</a:t>
            </a:r>
            <a:br/>
            <a:br/>
            <a:r>
              <a:t>The frontend must rely on useFrameworkData() for every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Performance Guidelines:</a:t>
            </a:r>
            <a:br/>
            <a:r>
              <a:t>• 300ms debounce before requests</a:t>
            </a:r>
            <a:br/>
            <a:r>
              <a:t>• Avoid duplicate API calls</a:t>
            </a:r>
            <a:br/>
            <a:r>
              <a:t>• Cache framework metadata where appropriate</a:t>
            </a:r>
            <a:br/>
            <a:r>
              <a:t>• Display loading and error states</a:t>
            </a:r>
            <a:br/>
            <a:r>
              <a:t>• Keep components focused on rendering</a:t>
            </a:r>
            <a:br/>
            <a:r>
              <a:t>• Reuse shared hooks across projects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Key Decisions:</a:t>
            </a:r>
            <a:br/>
            <a:r>
              <a:t>• Standardized data fetching through useFrameworkData</a:t>
            </a:r>
            <a:br/>
            <a:r>
              <a:t>• 300ms debounce is mandatory</a:t>
            </a:r>
            <a:br/>
            <a:r>
              <a:t>• Shared endpoint: GET /api/v1/frameworks/{name}</a:t>
            </a:r>
            <a:br/>
            <a:r>
              <a:t>• Backend ownership: Node.js services</a:t>
            </a:r>
            <a:br/>
            <a:r>
              <a:t>• These standards are referenced by Backend_Implementation.docx, Security_Compliance.pdf, swagger.yaml and FrameworkUI.jsx.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